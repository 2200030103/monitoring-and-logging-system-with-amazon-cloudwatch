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0" autoAdjust="0"/>
    <p:restoredTop sz="94660"/>
  </p:normalViewPr>
  <p:slideViewPr>
    <p:cSldViewPr snapToGrid="0" snapToObjects="1">
      <p:cViewPr>
        <p:scale>
          <a:sx n="92" d="100"/>
          <a:sy n="92" d="100"/>
        </p:scale>
        <p:origin x="831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Monitoring and Logging System with Amazon CloudWatch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by 2200030103</a:t>
            </a:r>
          </a:p>
          <a:p>
            <a:r>
              <a:t>Under the guidance of Dr. S. Kavitha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scalable monitoring and alerting framework using Amazon CloudWatch for EC2 instances. It integrates AWS services including EC2, IAM, SNS, and CloudWatch for proactive detection and response to system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CloudWatch provides real-time monitoring and automated alerting for AWS resources. This project highlights how CloudWatch enhances visibility, performance, and operational management in cloud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Cloud-native monitoring tools are essential for distributed cloud environments. CloudWatch stands out by integrating logs, metrics, and alerts in a unified platform, supporting modern DevOps and SRE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and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is to create a centralized monitoring and logging system using CloudWatch. The system addresses the challenges of visibility, alerting, and data centralization in cloud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logs were collected via CloudWatch Agent. Logs were analyzed using CloudWatch Logs Insights. SNS was used for alerting. Dashboards and alarms were customized for real-time monitoring.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&amp; Problem-Solving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such as log volume, alert fatigue, and performance degradation were addressed using automated analysis, custom alarms, and IAM for access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CloudWatch proved to be an effective, secure, and scalable monitoring tool for cloud environments, providing real-time insights and operational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Enhancements could include ML-based anomaly detection, advanced visualization tools, hybrid cloud monitoring, and incident management system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Diagram:</a:t>
            </a:r>
          </a:p>
          <a:p>
            <a:endParaRPr/>
          </a:p>
          <a:p>
            <a:r>
              <a:t>EC2 -&gt; CloudWatch Agent -&gt; CloudWatch Metrics &amp; Logs -&gt; SNS -&gt; Admin Alerts</a:t>
            </a:r>
          </a:p>
          <a:p>
            <a:r>
              <a:t>IAM roles control access to all components.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80A9-3C9B-E427-6596-C627A5BAF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432" y="582179"/>
            <a:ext cx="7772400" cy="1470025"/>
          </a:xfrm>
        </p:spPr>
        <p:txBody>
          <a:bodyPr/>
          <a:lstStyle/>
          <a:p>
            <a:r>
              <a:rPr lang="en-US" dirty="0"/>
              <a:t>Architecture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BC02-92A6-1FBC-F915-42C0DA837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19645" y="5772151"/>
            <a:ext cx="799059" cy="108585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78810-55A5-AD7F-6D8D-889FFF03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589" y="2242969"/>
            <a:ext cx="6466269" cy="3658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299</Words>
  <Application>Microsoft Office PowerPoint</Application>
  <PresentationFormat>On-screen Show (4:3)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Monitoring and Logging System with Amazon CloudWatch</vt:lpstr>
      <vt:lpstr>Abstract</vt:lpstr>
      <vt:lpstr>Introduction</vt:lpstr>
      <vt:lpstr>Literature Review</vt:lpstr>
      <vt:lpstr>Objectives and Problem Statement</vt:lpstr>
      <vt:lpstr>Technical Implementation</vt:lpstr>
      <vt:lpstr>Analysis &amp; Problem-Solving</vt:lpstr>
      <vt:lpstr>Conclusion</vt:lpstr>
      <vt:lpstr>Future Work</vt:lpstr>
      <vt:lpstr>Architecture Overview</vt:lpstr>
      <vt:lpstr>Architecture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Chandra Sai</dc:creator>
  <cp:keywords/>
  <dc:description>generated using python-pptx</dc:description>
  <cp:lastModifiedBy>Nikhileswar Reddy GUJJULA</cp:lastModifiedBy>
  <cp:revision>2</cp:revision>
  <dcterms:created xsi:type="dcterms:W3CDTF">2013-01-27T09:14:16Z</dcterms:created>
  <dcterms:modified xsi:type="dcterms:W3CDTF">2025-04-14T10:58:39Z</dcterms:modified>
  <cp:category/>
</cp:coreProperties>
</file>